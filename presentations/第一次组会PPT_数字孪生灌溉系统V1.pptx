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5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t>第一次组会</a:t>
            </a:r>
          </a:p>
          <a:p>
            <a:r>
              <a:t>数字孪生灌溉系统项目启动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工程场景数字化赛项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为什么做这个项目？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• </a:t>
            </a:r>
            <a:r>
              <a:rPr dirty="0" err="1"/>
              <a:t>真实工程问题：温室灌溉依赖经验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数字孪生实时映射实体状态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数据→模型→决策→控制</a:t>
            </a:r>
            <a:endParaRPr dirty="0"/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节水、稳定、可验证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总体技术方案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ESP32+传感器</a:t>
            </a:r>
          </a:p>
          <a:p>
            <a:pPr>
              <a:defRPr sz="2000"/>
            </a:pPr>
            <a:r>
              <a:rPr dirty="0"/>
              <a:t>↓ MQTT</a:t>
            </a:r>
          </a:p>
          <a:p>
            <a:pPr>
              <a:defRPr sz="2000"/>
            </a:pPr>
            <a:r>
              <a:rPr dirty="0" err="1"/>
              <a:t>Python数字孪生</a:t>
            </a:r>
            <a:endParaRPr dirty="0"/>
          </a:p>
          <a:p>
            <a:pPr>
              <a:defRPr sz="2000"/>
            </a:pPr>
            <a:r>
              <a:rPr dirty="0"/>
              <a:t>↓</a:t>
            </a:r>
          </a:p>
          <a:p>
            <a:pPr>
              <a:defRPr sz="2000"/>
            </a:pPr>
            <a:r>
              <a:rPr dirty="0" err="1"/>
              <a:t>控制水泵</a:t>
            </a:r>
            <a:endParaRPr dirty="0"/>
          </a:p>
          <a:p>
            <a:pPr>
              <a:defRPr sz="2000"/>
            </a:pPr>
            <a:r>
              <a:rPr dirty="0"/>
              <a:t>↓</a:t>
            </a:r>
          </a:p>
          <a:p>
            <a:pPr>
              <a:defRPr sz="2000"/>
            </a:pPr>
            <a:r>
              <a:rPr dirty="0" err="1"/>
              <a:t>Unity数字温室</a:t>
            </a:r>
            <a:endParaRPr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KPI：响应≤3s；预测误差≤10%；节水≥20%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团队分工与开发计划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A：硬件+MQTT</a:t>
            </a:r>
            <a:endParaRPr dirty="0"/>
          </a:p>
          <a:p>
            <a:pPr>
              <a:defRPr sz="2000"/>
            </a:pPr>
            <a:r>
              <a:rPr dirty="0" err="1"/>
              <a:t>B：Python+算法</a:t>
            </a:r>
            <a:endParaRPr dirty="0"/>
          </a:p>
          <a:p>
            <a:pPr>
              <a:defRPr sz="2000"/>
            </a:pPr>
            <a:r>
              <a:rPr lang="en-US" dirty="0" err="1"/>
              <a:t>C</a:t>
            </a:r>
            <a:r>
              <a:rPr dirty="0" err="1"/>
              <a:t>：Unity+架构+答辩</a:t>
            </a:r>
            <a:endParaRPr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两周目标：跑通ESP32→MQTT→Python→水泵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会议决议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 err="1"/>
              <a:t>确定</a:t>
            </a:r>
            <a:r>
              <a:rPr dirty="0"/>
              <a:t>：</a:t>
            </a:r>
          </a:p>
          <a:p>
            <a:pPr>
              <a:defRPr sz="2000"/>
            </a:pPr>
            <a:r>
              <a:rPr dirty="0"/>
              <a:t>1. </a:t>
            </a:r>
            <a:r>
              <a:rPr dirty="0" err="1"/>
              <a:t>项目方向</a:t>
            </a:r>
            <a:endParaRPr dirty="0"/>
          </a:p>
          <a:p>
            <a:pPr>
              <a:defRPr sz="2000"/>
            </a:pPr>
            <a:r>
              <a:rPr dirty="0"/>
              <a:t>2. </a:t>
            </a:r>
            <a:r>
              <a:rPr dirty="0" err="1"/>
              <a:t>MQTT接口</a:t>
            </a:r>
            <a:endParaRPr dirty="0"/>
          </a:p>
          <a:p>
            <a:pPr>
              <a:defRPr sz="2000"/>
            </a:pPr>
            <a:r>
              <a:rPr dirty="0"/>
              <a:t>3. </a:t>
            </a:r>
            <a:r>
              <a:rPr dirty="0" err="1"/>
              <a:t>分工</a:t>
            </a:r>
            <a:endParaRPr dirty="0"/>
          </a:p>
          <a:p>
            <a:pPr>
              <a:defRPr sz="2000"/>
            </a:pPr>
            <a:r>
              <a:rPr dirty="0"/>
              <a:t>4. </a:t>
            </a:r>
            <a:r>
              <a:rPr dirty="0" err="1"/>
              <a:t>第一阶段任务</a:t>
            </a:r>
            <a:endParaRPr dirty="0"/>
          </a:p>
          <a:p>
            <a:pPr>
              <a:defRPr sz="2000"/>
            </a:pPr>
            <a:r>
              <a:rPr dirty="0"/>
              <a:t>5. </a:t>
            </a:r>
            <a:r>
              <a:rPr dirty="0" err="1"/>
              <a:t>下次例会</a:t>
            </a:r>
            <a:endParaRPr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 err="1"/>
              <a:t>原则：先跑通闭环，再优化模型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105</Words>
  <Application>Microsoft Office PowerPoint</Application>
  <PresentationFormat>全屏显示(4:3)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第一次组会 数字孪生灌溉系统项目启动</vt:lpstr>
      <vt:lpstr>为什么做这个项目？</vt:lpstr>
      <vt:lpstr>总体技术方案</vt:lpstr>
      <vt:lpstr>团队分工与开发计划</vt:lpstr>
      <vt:lpstr>会议决议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第一次组会 数字孪生灌溉系统项目启动</dc:title>
  <dc:subject/>
  <dc:creator/>
  <cp:keywords/>
  <dc:description>generated using python-pptx</dc:description>
  <cp:lastModifiedBy>中迪 朱</cp:lastModifiedBy>
  <cp:revision>2</cp:revision>
  <dcterms:created xsi:type="dcterms:W3CDTF">2013-01-27T09:14:16Z</dcterms:created>
  <dcterms:modified xsi:type="dcterms:W3CDTF">2026-07-19T14:25:17Z</dcterms:modified>
  <cp:category/>
</cp:coreProperties>
</file>